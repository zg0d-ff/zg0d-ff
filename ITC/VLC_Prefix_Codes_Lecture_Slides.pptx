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b937ba7-dd94-4969-8c96-5f6f8fae10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722" y="0"/>
            <a:ext cx="919625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d9246b0-9ed6-4eb7-bd29-5bbdfaea22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97" y="0"/>
            <a:ext cx="92583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ebb1142-0ded-49d5-a857-da09aba54f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097" y="0"/>
            <a:ext cx="908750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a5dfc5f-4d14-4b52-8b75-c9fa05b6bc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141" y="0"/>
            <a:ext cx="918341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9a0a1d-909a-4516-ad5c-5e8b319b04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442" y="0"/>
            <a:ext cx="91048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7deed36-96c5-45da-b8a7-2b7d673f0d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477" y="0"/>
            <a:ext cx="915274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2d5cc3-58dd-4610-8ff5-d15791994d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982" y="0"/>
            <a:ext cx="91657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843966-d2bb-48ca-b4d9-01f7d662e5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463" y="0"/>
            <a:ext cx="91787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2f7d26-801e-4bce-ac19-06a92e5694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825" y="0"/>
            <a:ext cx="9092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c648afc-fc14-4c7e-9398-78447cd6d0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296" y="0"/>
            <a:ext cx="902710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