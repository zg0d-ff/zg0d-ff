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xtracted_images/slide_01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xtracted_images/slide_02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xtracted_images/slide_03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xtracted_images/slide_04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xtracted_images/slide_05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xtracted_images/slide_06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xtracted_images/slide_07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xtracted_images/slide_08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xtracted_images/slide_09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xtracted_images/slide_10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xtracted_images/slide_11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xtracted_images/slide_12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xtracted_images/slide_13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xtracted_images/slide_14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xtracted_images/slide_15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xtracted_images/slide_16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xtracted_images/slide_17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xtracted_images/slide_18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xtracted_images/slide_19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xtracted_images/slide_20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xtracted_images/slide_21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xtracted_images/slide_22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2026-08-04T04:25:28Z</dcterms:created>
  <dcterms:modified xsi:type="dcterms:W3CDTF">2026-08-04T04:25:28Z</dcterms:modified>
</cp:coreProperties>
</file>